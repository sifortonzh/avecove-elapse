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6ede96d7e4a9b" /><Relationship Type="http://schemas.openxmlformats.org/officeDocument/2006/relationships/extended-properties" Target="/docProps/app.xml" Id="R89a2c5c0d6324607" /><Relationship Type="http://schemas.openxmlformats.org/officeDocument/2006/relationships/officeDocument" Target="/ppt/presentation.xml" Id="R12ba5a3b6131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532e0a3164232"/>
  </p:sldMasterIdLst>
  <p:notesMasterIdLst>
    <p:notesMasterId xmlns:r="http://schemas.openxmlformats.org/officeDocument/2006/relationships" r:id="R423cc7f328224715"/>
  </p:notesMasterIdLst>
  <p:sldIdLst>
    <p:sldId xmlns:r="http://schemas.openxmlformats.org/officeDocument/2006/relationships" id="256" r:id="R88b99bcb61f3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64036e2474997" /><Relationship Type="http://schemas.openxmlformats.org/officeDocument/2006/relationships/slideMaster" Target="/ppt/slideMasters/slideMaster1.xml" Id="R58d532e0a3164232" /><Relationship Type="http://schemas.openxmlformats.org/officeDocument/2006/relationships/notesMaster" Target="/ppt/notesMasters/notesMaster1.xml" Id="R423cc7f328224715" /><Relationship Type="http://schemas.openxmlformats.org/officeDocument/2006/relationships/presProps" Target="/ppt/presProps.xml" Id="R6d1246ec81fa4f4f" /><Relationship Type="http://schemas.openxmlformats.org/officeDocument/2006/relationships/tableStyles" Target="/ppt/tableStyles.xml" Id="Red60af13e4934dd0" /><Relationship Type="http://schemas.openxmlformats.org/officeDocument/2006/relationships/slide" Target="/ppt/slides/slide1.xml" Id="R88b99bcb61f3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3c328f5dae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77be85f6c4640" /><Relationship Type="http://schemas.openxmlformats.org/officeDocument/2006/relationships/notesMaster" Target="/ppt/notesMasters/notesMaster1.xml" Id="R57574a6357c94d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Poster purpose: AveCove Elapse 1.0 Bilibili thumbnail and presentation cover.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/Users/zhongyunxing/AveCove/AveCove-Elapse/docs/media/avecove-elapse-1.0-poster-background.png (AI-generated key visual; prompt embedded in project handoff)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1f4301726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811bb524b64366" /><Relationship Type="http://schemas.openxmlformats.org/officeDocument/2006/relationships/slideLayout" Target="/ppt/slideLayouts/slideLayout1.xml" Id="Rb6d6beb3d3fa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6beb3d3fa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fd846d4474fe5" /><Relationship Type="http://schemas.openxmlformats.org/officeDocument/2006/relationships/image" Target="/ppt/media/image.png" Id="R2fab6005c6a84a6c" /><Relationship Type="http://schemas.openxmlformats.org/officeDocument/2006/relationships/notesSlide" Target="/ppt/notesSlides/notesSlide1.xml" Id="R16b2fc640618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8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b6005c6a84a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adline-wash">
            <a:extLst xmlns:a="http://schemas.openxmlformats.org/drawingml/2006/main">
              <a:ext uri="{FF2B5EF4-FFF2-40B4-BE49-F238E27FC236}">
                <a16:creationId xmlns:a16="http://schemas.microsoft.com/office/drawing/2014/main" id="{08C7EAF2-17F7-43C1-9AD6-3ECDBC2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4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rule">
            <a:extLst xmlns:a="http://schemas.openxmlformats.org/drawingml/2006/main">
              <a:ext uri="{FF2B5EF4-FFF2-40B4-BE49-F238E27FC236}">
                <a16:creationId xmlns:a16="http://schemas.microsoft.com/office/drawing/2014/main" id="{B9AED0DE-AFEF-430C-97A8-EBFB0D9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B5252701-8F28-4171-A8F6-5D851BAD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3D35"/>
                </a:solidFill>
              </a:defRPr>
            </a:pPr>
            <a:r>
              <a:rPr sz="1500" b="1">
                <a:solidFill>
                  <a:srgbClr val="B43D35"/>
                </a:solidFill>
              </a:rPr>
              <a:t>AVECOVE ELAPSE  1.0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608940ED-9192-4416-9399-7744544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095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575" b="1">
                <a:solidFill>
                  <a:srgbClr val="153C3A"/>
                </a:solidFill>
              </a:defRPr>
            </a:pPr>
            <a:r>
              <a:rPr sz="4575" b="1">
                <a:solidFill>
                  <a:srgbClr val="153C3A"/>
                </a:solidFill>
              </a:rPr>
              <a:t>把 Word / PDF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575" b="1">
                <a:solidFill>
                  <a:srgbClr val="153C3A"/>
                </a:solidFill>
              </a:defRPr>
            </a:pPr>
            <a:r>
              <a:rPr sz="4575" b="1">
                <a:solidFill>
                  <a:srgbClr val="153C3A"/>
                </a:solidFill>
              </a:rPr>
              <a:t>变成医学刷题系统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39D109F-8B9C-4B52-A926-BA14959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1">
                <a:solidFill>
                  <a:srgbClr val="4E5F5B"/>
                </a:solidFill>
              </a:defRPr>
            </a:pPr>
            <a:r>
              <a:rPr sz="1875" b="1">
                <a:solidFill>
                  <a:srgbClr val="4E5F5B"/>
                </a:solidFill>
              </a:rPr>
              <a:t>AI 识别 · 西综 306 · 错题复盘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875" b="1">
                <a:solidFill>
                  <a:srgbClr val="4E5F5B"/>
                </a:solidFill>
              </a:defRPr>
            </a:pPr>
            <a:r>
              <a:rPr sz="1875" b="1">
                <a:solidFill>
                  <a:srgbClr val="4E5F5B"/>
                </a:solidFill>
              </a:rPr>
              <a:t>从文件到知识闭环，一套搞定</a:t>
            </a:r>
          </a:p>
        </p:txBody>
      </p:sp>
      <p:sp>
        <p:nvSpPr>
          <p:cNvPr id="7" name="version-mark">
            <a:extLst xmlns:a="http://schemas.openxmlformats.org/drawingml/2006/main">
              <a:ext uri="{FF2B5EF4-FFF2-40B4-BE49-F238E27FC236}">
                <a16:creationId xmlns:a16="http://schemas.microsoft.com/office/drawing/2014/main" id="{EF369F67-3138-4013-B8E5-BDC1F11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43D35"/>
          </a:solidFill>
          <a:ln xmlns:a="http://schemas.openxmlformats.org/drawingml/2006/main" w="9525">
            <a:solidFill>
              <a:srgbClr val="B43D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9EF"/>
                </a:solidFill>
              </a:defRPr>
            </a:pPr>
            <a:r>
              <a:rPr sz="2250" b="1">
                <a:solidFill>
                  <a:srgbClr val="FFF9EF"/>
                </a:solidFill>
              </a:rPr>
              <a:t>V1.0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086A30A-A254-419A-AD93-A9B8FA41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864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C3A"/>
                </a:solidFill>
              </a:defRPr>
            </a:pPr>
            <a:r>
              <a:rPr sz="1575" b="1">
                <a:solidFill>
                  <a:srgbClr val="153C3A"/>
                </a:solidFill>
              </a:rPr>
              <a:t>本地优先 · 自托管 · 无广告</a:t>
            </a:r>
          </a:p>
        </p:txBody>
      </p:sp>
    </p:spTree>
    <p:extLst>
      <p:ext uri="{BB962C8B-B14F-4D97-AF65-F5344CB8AC3E}">
        <p14:creationId xmlns:p14="http://schemas.microsoft.com/office/powerpoint/2010/main" val="109037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2026-07-24T13:30:35.0390000Z</dcterms:created>
  <dcterms:modified xsi:type="dcterms:W3CDTF">2026-07-24T13:30:35.0390000Z</dcterms:modified>
</coreProperties>
</file>